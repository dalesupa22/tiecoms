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Mejoras del equipo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9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 privadas y reportes.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9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con información en español.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Prueba Chaggu pptx</dc:title>
  <dc:subject>Prueba Chaggu pptx</dc:subject>
  <dc:creator>Chaggu</dc:creator>
  <cp:lastModifiedBy>Chaggu</cp:lastModifiedBy>
  <cp:revision>1</cp:revision>
  <dcterms:created xsi:type="dcterms:W3CDTF">2026-10-01T03:11:12Z</dcterms:created>
  <dcterms:modified xsi:type="dcterms:W3CDTF">2026-10-01T03:11:12Z</dcterms:modified>
</cp:coreProperties>
</file>